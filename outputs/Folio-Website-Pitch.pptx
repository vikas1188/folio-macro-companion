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52d4ca33cc456d" /><Relationship Type="http://schemas.openxmlformats.org/officeDocument/2006/relationships/extended-properties" Target="/docProps/app.xml" Id="R5d7239e0535546e3" /><Relationship Type="http://schemas.openxmlformats.org/officeDocument/2006/relationships/officeDocument" Target="/ppt/presentation.xml" Id="R92839379472c42c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1c81a2e8fd4792"/>
  </p:sldMasterIdLst>
  <p:notesMasterIdLst>
    <p:notesMasterId xmlns:r="http://schemas.openxmlformats.org/officeDocument/2006/relationships" r:id="R5bb0841b24754163"/>
  </p:notesMasterIdLst>
  <p:sldIdLst>
    <p:sldId xmlns:r="http://schemas.openxmlformats.org/officeDocument/2006/relationships" id="256" r:id="Reb135dfdc7a24677"/>
    <p:sldId xmlns:r="http://schemas.openxmlformats.org/officeDocument/2006/relationships" id="257" r:id="Rba2cba245337414f"/>
    <p:sldId xmlns:r="http://schemas.openxmlformats.org/officeDocument/2006/relationships" id="258" r:id="R39fdaba9b5324580"/>
    <p:sldId xmlns:r="http://schemas.openxmlformats.org/officeDocument/2006/relationships" id="259" r:id="Rf6f54c91c0484dc8"/>
    <p:sldId xmlns:r="http://schemas.openxmlformats.org/officeDocument/2006/relationships" id="260" r:id="R7d67cac270ba4474"/>
    <p:sldId xmlns:r="http://schemas.openxmlformats.org/officeDocument/2006/relationships" id="261" r:id="R9f42ed1b200e4a92"/>
    <p:sldId xmlns:r="http://schemas.openxmlformats.org/officeDocument/2006/relationships" id="262" r:id="R737ecb21dad546b3"/>
    <p:sldId xmlns:r="http://schemas.openxmlformats.org/officeDocument/2006/relationships" id="263" r:id="Rde254e2c915b427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185b6dd81745b6" /><Relationship Type="http://schemas.openxmlformats.org/officeDocument/2006/relationships/slideMaster" Target="/ppt/slideMasters/slideMaster1.xml" Id="Rf91c81a2e8fd4792" /><Relationship Type="http://schemas.openxmlformats.org/officeDocument/2006/relationships/notesMaster" Target="/ppt/notesMasters/notesMaster1.xml" Id="R5bb0841b24754163" /><Relationship Type="http://schemas.openxmlformats.org/officeDocument/2006/relationships/presProps" Target="/ppt/presProps.xml" Id="R09590b27fcc34f8a" /><Relationship Type="http://schemas.openxmlformats.org/officeDocument/2006/relationships/tableStyles" Target="/ppt/tableStyles.xml" Id="Reb8ba59aed0d44df" /><Relationship Type="http://schemas.openxmlformats.org/officeDocument/2006/relationships/slide" Target="/ppt/slides/slide1.xml" Id="Reb135dfdc7a24677" /><Relationship Type="http://schemas.openxmlformats.org/officeDocument/2006/relationships/slide" Target="/ppt/slides/slide2.xml" Id="Rba2cba245337414f" /><Relationship Type="http://schemas.openxmlformats.org/officeDocument/2006/relationships/slide" Target="/ppt/slides/slide3.xml" Id="R39fdaba9b5324580" /><Relationship Type="http://schemas.openxmlformats.org/officeDocument/2006/relationships/slide" Target="/ppt/slides/slide4.xml" Id="Rf6f54c91c0484dc8" /><Relationship Type="http://schemas.openxmlformats.org/officeDocument/2006/relationships/slide" Target="/ppt/slides/slide5.xml" Id="R7d67cac270ba4474" /><Relationship Type="http://schemas.openxmlformats.org/officeDocument/2006/relationships/slide" Target="/ppt/slides/slide6.xml" Id="R9f42ed1b200e4a92" /><Relationship Type="http://schemas.openxmlformats.org/officeDocument/2006/relationships/slide" Target="/ppt/slides/slide7.xml" Id="R737ecb21dad546b3" /><Relationship Type="http://schemas.openxmlformats.org/officeDocument/2006/relationships/slide" Target="/ppt/slides/slide8.xml" Id="Rde254e2c915b42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b81c32ba19d45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a4269ff4a1e4317" /><Relationship Type="http://schemas.openxmlformats.org/officeDocument/2006/relationships/notesMaster" Target="/ppt/notesMasters/notesMaster1.xml" Id="Ra688f83977464f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58a6b632e14b0b" /><Relationship Type="http://schemas.openxmlformats.org/officeDocument/2006/relationships/notesMaster" Target="/ppt/notesMasters/notesMaster1.xml" Id="R1b0c8e0ca1f543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394d9a7223c4741" /><Relationship Type="http://schemas.openxmlformats.org/officeDocument/2006/relationships/notesMaster" Target="/ppt/notesMasters/notesMaster1.xml" Id="R384ea06f0cc64a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5055de7f9a44083" /><Relationship Type="http://schemas.openxmlformats.org/officeDocument/2006/relationships/notesMaster" Target="/ppt/notesMasters/notesMaster1.xml" Id="R77277d950d79406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daee8d6cad472f" /><Relationship Type="http://schemas.openxmlformats.org/officeDocument/2006/relationships/notesMaster" Target="/ppt/notesMasters/notesMaster1.xml" Id="R09605bb982a94bc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e64a888f12b4d44" /><Relationship Type="http://schemas.openxmlformats.org/officeDocument/2006/relationships/notesMaster" Target="/ppt/notesMasters/notesMaster1.xml" Id="Raacbc65a77774e2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33133fb4c84cee" /><Relationship Type="http://schemas.openxmlformats.org/officeDocument/2006/relationships/notesMaster" Target="/ppt/notesMasters/notesMaster1.xml" Id="R91ea448947ab4eb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5f5d8cb32b44b1c" /><Relationship Type="http://schemas.openxmlformats.org/officeDocument/2006/relationships/notesMaster" Target="/ppt/notesMasters/notesMaster1.xml" Id="Rf0d7382e7fda40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See the risk before it reaches your portfolio.</a:t>
            </a:r>
          </a:p>
          <a:p xmlns:a="http://schemas.openxmlformats.org/drawingml/2006/main">
            <a:r>
              <a:t>{"label":"Problem &amp; solution","title":"See the risk before it reaches your portfolio.","accent":"Your money. In perspective.","body":["Rates change. Inflation surprises. Your investments react.","Folio shows what could happen next and what it could mean for your money."],"note":"News + economic data → possible events → your portfolio"}</a:t>
            </a:r>
          </a:p>
          <a:p xmlns:a="http://schemas.openxmlformats.org/drawingml/2006/main">
            <a:r>
              <a:t>Visual export of the HTML deck at https://folio-macro-companion.vercel.app/pitch.html. Edit shared content in public/pitch-data.js. Bayesian news updating and identified causal effects are future work; current portfolio returns are assumptions. Revenue is an illustrative annual subscription scenario.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 people making investment decisions.</a:t>
            </a:r>
          </a:p>
          <a:p xmlns:a="http://schemas.openxmlformats.org/drawingml/2006/main">
            <a:r>
              <a:t>{"label":"Market potential","title":"For people making investment decisions.","accent":"35–45 · Self-directed investors","body":["Managing their own money. Wanting clarity without hours of research.","Wealth managers: explain risk to clients before they ask about the headlines.","Then expand to firms and teams managing portfolios for others."],"note":"Initial focus: US-listed stocks and ETFs"}</a:t>
            </a:r>
          </a:p>
          <a:p xmlns:a="http://schemas.openxmlformats.org/drawingml/2006/main">
            <a:r>
              <a:t>Visual export of the HTML deck at https://folio-macro-companion.vercel.app/pitch.html. Edit shared content in public/pitch-data.js. Bayesian news updating and identified causal effects are future work; current portfolio returns are assumptions. Revenue is an illustrative annual subscription scenario.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Premium annual plans.</a:t>
            </a:r>
          </a:p>
          <a:p xmlns:a="http://schemas.openxmlformats.org/drawingml/2006/main">
            <a:r>
              <a:t>{"label":"Business model","title":"Premium annual plans.","prices":[["$3,000","Investor","Understand risks to your own portfolio."],["$5,000","Adviser","Review client portfolios and explain risks."],["$10,000","Firm","Equip a team managing money for others."]],"note":"USD per year · Proposed packages · Paid plans start at $3,000"}</a:t>
            </a:r>
          </a:p>
          <a:p xmlns:a="http://schemas.openxmlformats.org/drawingml/2006/main">
            <a:r>
              <a:t>Visual export of the HTML deck at https://folio-macro-companion.vercel.app/pitch.html. Edit shared content in public/pitch-data.js. Bayesian news updating and identified causal effects are future work; current portfolio returns are assumptions. Revenue is an illustrative annual subscription scenario.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Earn trust with their own portfolio.</a:t>
            </a:r>
          </a:p>
          <a:p xmlns:a="http://schemas.openxmlformats.org/drawingml/2006/main">
            <a:r>
              <a:t>{"label":"Go-to-market strategy","title":"Earn trust with their own portfolio.","body":["01  Show an upcoming event and their exposure.","02  Turn the first useful insight into an annual plan.","03  Help wealth managers explain the same risk to clients."],"note":"Investment communities · Direct outreach · Adviser introductions"}</a:t>
            </a:r>
          </a:p>
          <a:p xmlns:a="http://schemas.openxmlformats.org/drawingml/2006/main">
            <a:r>
              <a:t>Visual export of the HTML deck at https://folio-macro-companion.vercel.app/pitch.html. Edit shared content in public/pitch-data.js. Bayesian news updating and identified causal effects are future work; current portfolio returns are assumptions. Revenue is an illustrative annual subscription scenario.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Vikas — Founder, Knoww.app</a:t>
            </a:r>
          </a:p>
          <a:p xmlns:a="http://schemas.openxmlformats.org/drawingml/2006/main">
            <a:r>
              <a:t>{"label":"Team &amp; hackathon build","title":"Vikas — Founder, Knoww.app","accent":"Built during the hackathon","body":["Collect the signals: news, economic releases and online discussion.","Make them personal: a visual map, upcoming events and portfolio scenarios.","Jev connects evidence to events and can say “not enough evidence.”"],"note":"Working prototype · Experimental forecasts and assumed impacts"}</a:t>
            </a:r>
          </a:p>
          <a:p xmlns:a="http://schemas.openxmlformats.org/drawingml/2006/main">
            <a:r>
              <a:t>Visual export of the HTML deck at https://folio-macro-companion.vercel.app/pitch.html. Edit shared content in public/pitch-data.js. Bayesian news updating and identified causal effects are future work; current portfolio returns are assumptions. Revenue is an illustrative annual subscription scenario.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science, in everyday language.</a:t>
            </a:r>
          </a:p>
          <a:p xmlns:a="http://schemas.openxmlformats.org/drawingml/2006/main">
            <a:r>
              <a:t>{"label":"How it works","title":"The science, in everyday language.","science":[["Bayesian updating","Does new evidence change the odds?","Today: historical probabilities and AI evidence checks.","Next: validated updates from news."],["Pearl’s do-operator","What if we changed just this cause?","Today: assumed portfolio scenarios.","Next: estimate causal effects, accounting for other influences."]],"note":"For example: reassess rate-cut odds, then explore what a cut could mean for holdings."}</a:t>
            </a:r>
          </a:p>
          <a:p xmlns:a="http://schemas.openxmlformats.org/drawingml/2006/main">
            <a:r>
              <a:t>Visual export of the HTML deck at https://folio-macro-companion.vercel.app/pitch.html. Edit shared content in public/pitch-data.js. Bayesian news updating and identified causal effects are future work; current portfolio returns are assumptions. Revenue is an illustrative annual subscription scenario.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focused path to $140K a year.</a:t>
            </a:r>
          </a:p>
          <a:p xmlns:a="http://schemas.openxmlformats.org/drawingml/2006/main">
            <a:r>
              <a:t>{"label":"Financial projections","title":"A focused path to $140K a year.","body":["20 investors at $3,000 → $60,000","10 advisers at $5,000 → $50,000","3 firms at $10,000 → $30,000"],"accent":"33 customers. $140,000 annual revenue.","note":"Illustrative subscription scenario · Revenue before operating costs"}</a:t>
            </a:r>
          </a:p>
          <a:p xmlns:a="http://schemas.openxmlformats.org/drawingml/2006/main">
            <a:r>
              <a:t>Visual export of the HTML deck at https://folio-macro-companion.vercel.app/pitch.html. Edit shared content in public/pitch-data.js. Bayesian news updating and identified causal effects are future work; current portfolio returns are assumptions. Revenue is an illustrative annual subscription scenario.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clearer decision before the next market event.</a:t>
            </a:r>
          </a:p>
          <a:p xmlns:a="http://schemas.openxmlformats.org/drawingml/2006/main">
            <a:r>
              <a:t>{"label":"Impact &amp; vision","title":"A clearer decision before the next market event.","body":["What could happen?","Which investments are exposed?","What could it mean for my portfolio?"],"accent":"For investors: see your risk. For advisers: explain it.","note":"Seeking early investors and wealth managers to pilot Folio."}</a:t>
            </a:r>
          </a:p>
          <a:p xmlns:a="http://schemas.openxmlformats.org/drawingml/2006/main">
            <a:r>
              <a:t>Visual export of the HTML deck at https://folio-macro-companion.vercel.app/pitch.html. Edit shared content in public/pitch-data.js. Bayesian news updating and identified causal effects are future work; current portfolio returns are assumptions. Revenue is an illustrative annual subscription scenario.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f2849cdfb34a8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7de699c75a849cf" /><Relationship Type="http://schemas.openxmlformats.org/officeDocument/2006/relationships/slideLayout" Target="/ppt/slideLayouts/slideLayout1.xml" Id="Re0574bdcbeb54bb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574bdcbeb54bb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a092695a2b4271" /><Relationship Type="http://schemas.openxmlformats.org/officeDocument/2006/relationships/image" Target="/ppt/media/image.png" Id="R81813697e8754679" /><Relationship Type="http://schemas.openxmlformats.org/officeDocument/2006/relationships/notesSlide" Target="/ppt/notesSlides/notesSlide1.xml" Id="R52fa4dbecb7c458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ea1857d5d049bc" /><Relationship Type="http://schemas.openxmlformats.org/officeDocument/2006/relationships/image" Target="/ppt/media/image2.png" Id="R7d893f9f5cef4eb6" /><Relationship Type="http://schemas.openxmlformats.org/officeDocument/2006/relationships/notesSlide" Target="/ppt/notesSlides/notesSlide2.xml" Id="Rb6331d29ec13431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97cfcbe34f4eb5" /><Relationship Type="http://schemas.openxmlformats.org/officeDocument/2006/relationships/image" Target="/ppt/media/image3.png" Id="R03487c3df5fc41c9" /><Relationship Type="http://schemas.openxmlformats.org/officeDocument/2006/relationships/notesSlide" Target="/ppt/notesSlides/notesSlide3.xml" Id="R9325dd176b704b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a03b8322094efa" /><Relationship Type="http://schemas.openxmlformats.org/officeDocument/2006/relationships/image" Target="/ppt/media/image4.png" Id="R9f809c8dcf4341c7" /><Relationship Type="http://schemas.openxmlformats.org/officeDocument/2006/relationships/notesSlide" Target="/ppt/notesSlides/notesSlide4.xml" Id="R0480bb5726c8413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119c92c9714e28" /><Relationship Type="http://schemas.openxmlformats.org/officeDocument/2006/relationships/image" Target="/ppt/media/image5.png" Id="Rb07933d7490e4ce9" /><Relationship Type="http://schemas.openxmlformats.org/officeDocument/2006/relationships/notesSlide" Target="/ppt/notesSlides/notesSlide5.xml" Id="Reb46e3fca4d4410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a2c4c7fe724378" /><Relationship Type="http://schemas.openxmlformats.org/officeDocument/2006/relationships/image" Target="/ppt/media/image6.png" Id="R909518d4002f438c" /><Relationship Type="http://schemas.openxmlformats.org/officeDocument/2006/relationships/notesSlide" Target="/ppt/notesSlides/notesSlide6.xml" Id="R3a0a18be9f60406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0daeb9450d4330" /><Relationship Type="http://schemas.openxmlformats.org/officeDocument/2006/relationships/image" Target="/ppt/media/image7.png" Id="R7d9012077625450e" /><Relationship Type="http://schemas.openxmlformats.org/officeDocument/2006/relationships/notesSlide" Target="/ppt/notesSlides/notesSlide7.xml" Id="Rc36d146fe81f432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da499cfd4e4950" /><Relationship Type="http://schemas.openxmlformats.org/officeDocument/2006/relationships/image" Target="/ppt/media/image8.png" Id="Rbee3759055c94270" /><Relationship Type="http://schemas.openxmlformats.org/officeDocument/2006/relationships/notesSlide" Target="/ppt/notesSlides/notesSlide8.xml" Id="Rc82ae499cf5a44a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813697e875467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84190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893f9f5cef4eb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38308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487c3df5fc41c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610472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809c8dcf4341c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73435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7933d7490e4ce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63831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9518d4002f438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1907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9012077625450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0798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e3759055c9427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140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2026-09-19T22:53:12.6910000Z</dcterms:created>
  <dcterms:modified xsi:type="dcterms:W3CDTF">2026-09-19T22:53:12.6910000Z</dcterms:modified>
</coreProperties>
</file>