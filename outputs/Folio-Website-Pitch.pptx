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75f55999743ea" /><Relationship Type="http://schemas.openxmlformats.org/officeDocument/2006/relationships/extended-properties" Target="/docProps/app.xml" Id="Rf3888a7eaa034b14" /><Relationship Type="http://schemas.openxmlformats.org/officeDocument/2006/relationships/officeDocument" Target="/ppt/presentation.xml" Id="R5fcbc9fbf312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b0df1a1e74bb5"/>
  </p:sldMasterIdLst>
  <p:notesMasterIdLst>
    <p:notesMasterId xmlns:r="http://schemas.openxmlformats.org/officeDocument/2006/relationships" r:id="Ra7f180f1f2694ae3"/>
  </p:notesMasterIdLst>
  <p:sldIdLst>
    <p:sldId xmlns:r="http://schemas.openxmlformats.org/officeDocument/2006/relationships" id="256" r:id="R9dc4b3854d0544e4"/>
    <p:sldId xmlns:r="http://schemas.openxmlformats.org/officeDocument/2006/relationships" id="257" r:id="Rda32efa5156f426c"/>
    <p:sldId xmlns:r="http://schemas.openxmlformats.org/officeDocument/2006/relationships" id="258" r:id="R504be207955d4610"/>
    <p:sldId xmlns:r="http://schemas.openxmlformats.org/officeDocument/2006/relationships" id="259" r:id="Rc8c88dc929c5461c"/>
    <p:sldId xmlns:r="http://schemas.openxmlformats.org/officeDocument/2006/relationships" id="260" r:id="R2d5eb80eef684891"/>
    <p:sldId xmlns:r="http://schemas.openxmlformats.org/officeDocument/2006/relationships" id="261" r:id="R3c373a7eebd54b3d"/>
    <p:sldId xmlns:r="http://schemas.openxmlformats.org/officeDocument/2006/relationships" id="262" r:id="Rf85967b1aba84577"/>
    <p:sldId xmlns:r="http://schemas.openxmlformats.org/officeDocument/2006/relationships" id="263" r:id="R8e4b8e88616346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6a4544c59b4575" /><Relationship Type="http://schemas.openxmlformats.org/officeDocument/2006/relationships/slideMaster" Target="/ppt/slideMasters/slideMaster1.xml" Id="Rdb9b0df1a1e74bb5" /><Relationship Type="http://schemas.openxmlformats.org/officeDocument/2006/relationships/notesMaster" Target="/ppt/notesMasters/notesMaster1.xml" Id="Ra7f180f1f2694ae3" /><Relationship Type="http://schemas.openxmlformats.org/officeDocument/2006/relationships/presProps" Target="/ppt/presProps.xml" Id="Rd0a98cd38f914930" /><Relationship Type="http://schemas.openxmlformats.org/officeDocument/2006/relationships/tableStyles" Target="/ppt/tableStyles.xml" Id="R4f7db86a661f4d3b" /><Relationship Type="http://schemas.openxmlformats.org/officeDocument/2006/relationships/slide" Target="/ppt/slides/slide1.xml" Id="R9dc4b3854d0544e4" /><Relationship Type="http://schemas.openxmlformats.org/officeDocument/2006/relationships/slide" Target="/ppt/slides/slide2.xml" Id="Rda32efa5156f426c" /><Relationship Type="http://schemas.openxmlformats.org/officeDocument/2006/relationships/slide" Target="/ppt/slides/slide3.xml" Id="R504be207955d4610" /><Relationship Type="http://schemas.openxmlformats.org/officeDocument/2006/relationships/slide" Target="/ppt/slides/slide4.xml" Id="Rc8c88dc929c5461c" /><Relationship Type="http://schemas.openxmlformats.org/officeDocument/2006/relationships/slide" Target="/ppt/slides/slide5.xml" Id="R2d5eb80eef684891" /><Relationship Type="http://schemas.openxmlformats.org/officeDocument/2006/relationships/slide" Target="/ppt/slides/slide6.xml" Id="R3c373a7eebd54b3d" /><Relationship Type="http://schemas.openxmlformats.org/officeDocument/2006/relationships/slide" Target="/ppt/slides/slide7.xml" Id="Rf85967b1aba84577" /><Relationship Type="http://schemas.openxmlformats.org/officeDocument/2006/relationships/slide" Target="/ppt/slides/slide8.xml" Id="R8e4b8e886163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49ecd787e49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5629dc3744dc0" /><Relationship Type="http://schemas.openxmlformats.org/officeDocument/2006/relationships/notesMaster" Target="/ppt/notesMasters/notesMaster1.xml" Id="R0e1edf7174d5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26be0c8034b59" /><Relationship Type="http://schemas.openxmlformats.org/officeDocument/2006/relationships/notesMaster" Target="/ppt/notesMasters/notesMaster1.xml" Id="R495e64c1eac2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6ca5a16cb4957" /><Relationship Type="http://schemas.openxmlformats.org/officeDocument/2006/relationships/notesMaster" Target="/ppt/notesMasters/notesMaster1.xml" Id="Rd3115385506b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982e1063f4eae" /><Relationship Type="http://schemas.openxmlformats.org/officeDocument/2006/relationships/notesMaster" Target="/ppt/notesMasters/notesMaster1.xml" Id="Raca01e8d4956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ac4b9ef772472d" /><Relationship Type="http://schemas.openxmlformats.org/officeDocument/2006/relationships/notesMaster" Target="/ppt/notesMasters/notesMaster1.xml" Id="Rcd24c395aa644e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bcfd76aa194f83" /><Relationship Type="http://schemas.openxmlformats.org/officeDocument/2006/relationships/notesMaster" Target="/ppt/notesMasters/notesMaster1.xml" Id="R6ae9f7e33be4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d9f75152fa44bf" /><Relationship Type="http://schemas.openxmlformats.org/officeDocument/2006/relationships/notesMaster" Target="/ppt/notesMasters/notesMaster1.xml" Id="Ree9c55ea280a4e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369569e9c34211" /><Relationship Type="http://schemas.openxmlformats.org/officeDocument/2006/relationships/notesMaster" Target="/ppt/notesMasters/notesMaster1.xml" Id="Rcb550f62cf7b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Anticipate market moves. Protect your portfolio.</a:t>
            </a:r>
          </a:p>
          <a:p xmlns:a="http://schemas.openxmlformats.org/drawingml/2006/main">
            <a:r>
              <a:t>{"label":"A new perspective on your portfolio","title":"Anticipate market moves. Protect your portfolio.","body":["Spot macro risks early. See what’s at stake for your portfolio before you act."],"note":"Live macro evidence · Your portfolio stays private"}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people making investment decisions.</a:t>
            </a:r>
          </a:p>
          <a:p xmlns:a="http://schemas.openxmlformats.org/drawingml/2006/main">
            <a:r>
              <a:t>{"label":"Market potential","title":"For people making investment decisions.","accent":"35–45 · Self-directed investors","body":["Managing their own money. Wanting clarity without hours of research.","Wealth managers: explain risk to clients before they ask about the headlines.","Then expand to firms and teams managing portfolios for others."],"note":"Initial focus: US-listed stocks and ETFs"}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Premium annual plans.</a:t>
            </a:r>
          </a:p>
          <a:p xmlns:a="http://schemas.openxmlformats.org/drawingml/2006/main">
            <a:r>
              <a:t>{"label":"Business model","title":"Premium annual plans.","prices":[["$3,000","Investor","Understand risks to your own portfolio."],["$5,000","Adviser","Review client portfolios and explain risks."],["$10,000","Firm","Equip a team managing money for others."]],"note":"USD per year · Proposed packages · Paid plans start at $3,000"}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Earn trust with their own portfolio.</a:t>
            </a:r>
          </a:p>
          <a:p xmlns:a="http://schemas.openxmlformats.org/drawingml/2006/main">
            <a:r>
              <a:t>{"label":"Go-to-market strategy","title":"Earn trust with their own portfolio.","body":["01  Show an upcoming event and their exposure.","02  Turn the first useful insight into an annual plan.","03  Help wealth managers explain the same risk to clients."],"note":"Investment communities · Direct outreach · Adviser introductions"}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Vikas — Founder, Knoww.app</a:t>
            </a:r>
          </a:p>
          <a:p xmlns:a="http://schemas.openxmlformats.org/drawingml/2006/main">
            <a:r>
              <a:t>{"label":"Team &amp; hackathon build","title":"Vikas — Founder, Knoww.app","accent":"Built during the hackathon","body":["Collect the signals: news, economic releases and online discussion.","Make them personal: a visual map, upcoming events and portfolio scenarios.","Jev connects evidence to events and can say “not enough evidence.”"],"note":"Working prototype · Experimental forecasts and assumed impacts"}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science, in everyday language.</a:t>
            </a:r>
          </a:p>
          <a:p xmlns:a="http://schemas.openxmlformats.org/drawingml/2006/main">
            <a:r>
              <a:t>{"label":"How it works","title":"The science, in everyday language.","science":[["Bayesian updating","Does new evidence change the odds?","Today: historical probabilities and AI evidence checks.","Next: validated updates from news."],["Pearl’s do-operator","What if we changed just this cause?","Today: assumed portfolio scenarios.","Next: estimate causal effects, accounting for other influences."]],"note":"For example: reassess rate-cut odds, then explore what a cut could mean for holdings."}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focused path to $140K a year.</a:t>
            </a:r>
          </a:p>
          <a:p xmlns:a="http://schemas.openxmlformats.org/drawingml/2006/main">
            <a:r>
              <a:t>{"label":"Financial projections","title":"A focused path to $140K a year.","body":["20 investors at $3,000 → $60,000","10 advisers at $5,000 → $50,000","3 firms at $10,000 → $30,000"],"accent":"33 customers. $140,000 annual revenue.","note":"Illustrative subscription scenario · Revenue before operating costs"}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clearer decision before the next market event.</a:t>
            </a:r>
          </a:p>
          <a:p xmlns:a="http://schemas.openxmlformats.org/drawingml/2006/main">
            <a:r>
              <a:t>{"label":"Impact &amp; vision","title":"A clearer decision before the next market event.","body":["What could happen?","Which investments are exposed?","What could it mean for my portfolio?"],"accent":"For investors: see your risk. For advisers: explain it.","note":"Seeking early investors and wealth managers to pilot Folio."}</a:t>
            </a:r>
          </a:p>
          <a:p xmlns:a="http://schemas.openxmlformats.org/drawingml/2006/main">
            <a:r>
              <a:t>Visual export of the HTML deck at https://folio-macro-companion.vercel.app/pitch.html. Edit shared content in public/pitch-data.js. Bayesian news updating and identified causal effects are future work; current portfolio returns are assumptions. Revenue is an illustrative annual subscription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4c400b383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e9e27fabf7470d" /><Relationship Type="http://schemas.openxmlformats.org/officeDocument/2006/relationships/slideLayout" Target="/ppt/slideLayouts/slideLayout1.xml" Id="R33a943175c0e44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943175c0e44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a3b0202454a9c" /><Relationship Type="http://schemas.openxmlformats.org/officeDocument/2006/relationships/image" Target="/ppt/media/image.png" Id="R72d8e2ecbd8340ff" /><Relationship Type="http://schemas.openxmlformats.org/officeDocument/2006/relationships/notesSlide" Target="/ppt/notesSlides/notesSlide1.xml" Id="Rdb1c9f841cdd48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cb2c243694640" /><Relationship Type="http://schemas.openxmlformats.org/officeDocument/2006/relationships/image" Target="/ppt/media/image2.png" Id="R559c69431c044e0f" /><Relationship Type="http://schemas.openxmlformats.org/officeDocument/2006/relationships/notesSlide" Target="/ppt/notesSlides/notesSlide2.xml" Id="R0479b7d9f01f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221dbfca41bc" /><Relationship Type="http://schemas.openxmlformats.org/officeDocument/2006/relationships/image" Target="/ppt/media/image3.png" Id="R5d9c53fa16db4fd9" /><Relationship Type="http://schemas.openxmlformats.org/officeDocument/2006/relationships/notesSlide" Target="/ppt/notesSlides/notesSlide3.xml" Id="R067c5a69e3674a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9a0b494f34878" /><Relationship Type="http://schemas.openxmlformats.org/officeDocument/2006/relationships/image" Target="/ppt/media/image4.png" Id="R2c097ac3ab7642ca" /><Relationship Type="http://schemas.openxmlformats.org/officeDocument/2006/relationships/notesSlide" Target="/ppt/notesSlides/notesSlide4.xml" Id="R068706f6721b44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e69c7e73046b0" /><Relationship Type="http://schemas.openxmlformats.org/officeDocument/2006/relationships/image" Target="/ppt/media/image5.png" Id="R6fcf5edab3d84d6c" /><Relationship Type="http://schemas.openxmlformats.org/officeDocument/2006/relationships/notesSlide" Target="/ppt/notesSlides/notesSlide5.xml" Id="R80b60c41218f43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b1254f1546fb" /><Relationship Type="http://schemas.openxmlformats.org/officeDocument/2006/relationships/image" Target="/ppt/media/image6.png" Id="R97b9310562f44f3f" /><Relationship Type="http://schemas.openxmlformats.org/officeDocument/2006/relationships/notesSlide" Target="/ppt/notesSlides/notesSlide6.xml" Id="R3ffa37dd13f5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0c7a1129f42d1" /><Relationship Type="http://schemas.openxmlformats.org/officeDocument/2006/relationships/image" Target="/ppt/media/image7.png" Id="Rd557913574ff410e" /><Relationship Type="http://schemas.openxmlformats.org/officeDocument/2006/relationships/notesSlide" Target="/ppt/notesSlides/notesSlide7.xml" Id="R2248468bd463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4e610af9a450d" /><Relationship Type="http://schemas.openxmlformats.org/officeDocument/2006/relationships/image" Target="/ppt/media/image8.png" Id="R0e6a7298480c4b7a" /><Relationship Type="http://schemas.openxmlformats.org/officeDocument/2006/relationships/notesSlide" Target="/ppt/notesSlides/notesSlide8.xml" Id="R3cbe5a75ebb84a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8e2ecbd8340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883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c69431c044e0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248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c53fa16db4f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20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97ac3ab7642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00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f5edab3d84d6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034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9310562f44f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1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7913574ff41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085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a7298480c4b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50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2026-09-19T23:13:12.7540000Z</dcterms:created>
  <dcterms:modified xsi:type="dcterms:W3CDTF">2026-09-19T23:13:12.7540000Z</dcterms:modified>
</coreProperties>
</file>